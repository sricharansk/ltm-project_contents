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8" r:id="rId7"/>
    <p:sldId id="2147470496" r:id="rId8"/>
    <p:sldId id="2147470499" r:id="rId9"/>
    <p:sldId id="2147470497" r:id="rId10"/>
    <p:sldId id="2147470506" r:id="rId11"/>
    <p:sldId id="2147470491" r:id="rId12"/>
    <p:sldId id="2147470487" r:id="rId13"/>
    <p:sldId id="2147470500" r:id="rId14"/>
    <p:sldId id="2147470501" r:id="rId15"/>
    <p:sldId id="2147470502" r:id="rId16"/>
    <p:sldId id="2147470503" r:id="rId17"/>
    <p:sldId id="2147470504" r:id="rId18"/>
    <p:sldId id="2147470505" r:id="rId19"/>
    <p:sldId id="2147470507" r:id="rId25"/>
    <p:sldId id="2147470508" r:id="rId26"/>
    <p:sldId id="2147470509" r:id="rId27"/>
    <p:sldId id="2147470510" r:id="rId28"/>
    <p:sldId id="2147470511" r:id="rId29"/>
    <p:sldId id="2147470512" r:id="rId30"/>
    <p:sldId id="2147470513" r:id="rId31"/>
    <p:sldId id="2147470514" r:id="rId32"/>
    <p:sldId id="2147470515" r:id="rId33"/>
    <p:sldId id="2147470516" r:id="rId34"/>
    <p:sldId id="2147470517" r:id="rId35"/>
    <p:sldId id="2147470518" r:id="rId36"/>
    <p:sldId id="2147470519" r:id="rId37"/>
    <p:sldId id="2147470520" r:id="rId38"/>
    <p:sldId id="2147470521" r:id="rId39"/>
    <p:sldId id="2147470522" r:id="rId40"/>
    <p:sldId id="2147470523" r:id="rId41"/>
    <p:sldId id="214747052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Review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Project 1: Claim Sense: RAG-Based Insurance Claims Adjudication &amp; Policy Knowledge Assistant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Project 2: Site Guard: AI Multi-Agent Construction Safety &amp; Quality Incident Resolution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S K Sricharan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T-SERIES: T9984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P&amp;C and health insurers take 5–10 days per claim because adjusters manually cross-check policy wordings, exclusion clauses and regulatory circulars — Claim Sense automates this using Retrieval-Augmented Generation (RAG).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system ingests a claim (structured data + free-text incident description), retrieves the exact clause(s) from the customer's policy and applicable IRDAI regulations, scores fraud/anomaly risk with a trained ML model, and generates a citation-backed Approve / Investigate / Deny recommendation.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Outcome: adjudication turnaround drops from days to minutes, decisions become consistent across adjusters, and claim leakage from missed exclusions is reduced.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As a product, Claim Sense ships as an adjuster-facing dashboard (Streamlit + FastAPI) deployed on Azure (AKS), with MLflow-tracked models and CI/CD — usable as an internal claims copilot or licensed as a SaaS adjudication layer.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418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Ingest structured claim data and free-text incident narratives for automated triage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Build a hybrid (dense + keyword) RAG knowledge base over policy wordings, exclusion clauses and IRDAI regulatory circulars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Classify fraud/anomaly risk (Low / Medium / High) using engineered claim features and gradient-boosted models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Retrieve and cite the exact policy clause(s) that justify a decision, eliminating unsupported recommendations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Generate an explainable Approve / Investigate / Deny recommendation with inline reasoning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Provide an interactive adjuster dashboard with claim-trend and clause-citation analytics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Deploy on Azure with MLflow experiment tracking and full CI/CD (GitHub Actions/Azure DevOps → ACR → AKS)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68394"/>
              </p:ext>
            </p:extLst>
          </p:nvPr>
        </p:nvGraphicFramePr>
        <p:xfrm>
          <a:off x="411480" y="1371600"/>
          <a:ext cx="10607040" cy="406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In-Scope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Out-of-Scope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Data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Synthetic policy corpus (200–500 docs) &amp; synthetic claims (10k–50k), calibrated to real IRDAI/Kaggle/IEEE-CIS/CMS DE-SynPUF statistics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Real, identifiable insurer claim/policy data (PII- and IRDAI-restricted)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Knowledge base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RAG over synthetic policy clauses + real IRDAI circulars (chunk + embed, hybrid retrieval)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Non-insurance regulatory domains (e.g., banking, general legal)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ML risk model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Fraud/anomaly classifier (LogReg / RF / GBM / XGBoost) on structured claim features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Deep-learning image/document forensics (signature or photo tampering)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Adjudication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Citation-backed Approve / Investigate / Deny recommendation via LLM + retrieval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Fully autonomous claim payout — a human adjuster stays in the loop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Interface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Streamlit/FastAPI adjuster dashboard with analytics views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Policyholder-facing self-service claims portal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Deployment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Docker → Azure Container Registry → AKS, 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MLflow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 tracking, drift monitoring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Multi-cloud (AWS/GCP) deployment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19427"/>
              </p:ext>
            </p:extLst>
          </p:nvPr>
        </p:nvGraphicFramePr>
        <p:xfrm>
          <a:off x="561381" y="1370283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Insight Used in Claim Sense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Lewis et al., 2020 (NeurIPS)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Foundational RAG: combines parametric + non-parametric memory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Basis for grounding adjudication text in retrieved clauses to reduce hallucination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Gao et al., 2023/24 (arXiv survey)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Survey: Retrieval-Augmented Generation for LLMs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Informs the hybrid dense + keyword retrieval design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Reddy, 2025 (ResearchGate)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RAG + Gemini LLMs for insurance claims adjudication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Direct precedent for the RAG-based claims-adjudication pipeline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Madugula &amp; Malali, 2025 (Int. J. Sci. Res. Archive)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LLM + RAG architecture for life-insurance claims adjudication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Validates the clause-citation approach for life/health insurance lines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Becker et al., 2024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RAG for context-aware insurance claim analysis (IRB-approved study)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Confirms RAG significantly outperforms rule-based and LLM-only baselines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Kumar, 2024 (cited in Becker et al.)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LLM framework for claim automation + fraud detection (fine-tuned transformer)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Anomaly-scoring approach benchmarked against Claim Sense's XGBoost classifier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Pipitone &amp; Alami, 2024 (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LegalBench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-RAG)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Benchmark for RAG in the legal domain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Guides evaluation of clause-citation precision and recall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 (contd.)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53804"/>
              </p:ext>
            </p:extLst>
          </p:nvPr>
        </p:nvGraphicFramePr>
        <p:xfrm>
          <a:off x="603077" y="1353647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Insight Used in Claim Sense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Verma et al., 2025 (ICICT)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XGBoost + Random Forest ensemble for insurance fraud detection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Baseline ensemble design for the fraud/anomaly risk classifier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Ding et al., 2025 (Insurance: Math. &amp; Economics)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PSO-optimized XGBoost with SHAP for auto-insurance fraud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Informs the explainability layer for risk-score justification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Parthasarathy et al., 2023 (IJSSE)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Bayesian-optimized 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XGBoost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 for health-insurance fraud detection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Hyperparameter-tuning approach adapted for the health-claims slice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Chapwanya &amp; 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Gorejena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, 2025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Hybrid unsupervised ML (PCA-XGBoost-LOF + Isolation Forest)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Considered for unsupervised anomaly pre-screening before classification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IJLTEMAS, 2025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XGBoost with SMOTE for class-imbalanced auto-claim fraud detection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Confirms the oversampling strategy used for the 8–15% injected fraud rate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Dimri et al., 2024 (AAAI Workshop on AI in Insurance)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LLM-based claims-handling process enhancement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Informs prompt design for adjuster-facing reasoning text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Across the 13 reviewed works, RAG consistently outperforms rule-based and LLM-only baselines for grounding domain-specific text generation, and gradient-boosted trees (XGBoost) remain the strongest tabular classifier for claims/fraud detection, especially paired with SHAP-based explainability.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Legal/insurance-specific RAG benchmarks (e.g., LegalBench-RAG) show retrieval precision — not generation fluency — is the main failure point, motivating Claim Sense's hybrid dense+keyword retrieval and clause-level citation IDs.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No published system combines clause-level RAG citation with a fraud/anomaly classifier in a single closed-loop adjudication pipeline — this integration is Claim Sense's core contribution.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121185" y="36647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  <p:pic>
        <p:nvPicPr>
          <p:cNvPr id="8" name="Picture 7" descr="arch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31" y="1086751"/>
            <a:ext cx="10871447" cy="52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IRDAI mandates claim settlement within specific turnaround windows under its current master circulars; Claim Sense's SLA-tracking view can flag claims at risk of breaching these regulatory timelines.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system's audit_log and model_registry_meta tables give it explainability-by-design — every adjudication can be traced to the exact model version, feature snapshot, and cited clause used.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Because the synthetic fraud rate (8–15%) is deliberately oversampled relative to real-world sub-1% prevalence, Claim Sense reports both raw and prevalence-corrected precision/recall so business impact isn't overstated.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RAG knowledge base doubles as a training corpus for new adjusters — the same clause-citation engine can power an internal “policy Q&amp;A” copilot beyond claims adjudication.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49ACB-B342-E32D-BE9B-A02685E620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3596" y="407242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Technology Stack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F26D9A-6880-0819-9A76-EEF1A9D17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182130"/>
              </p:ext>
            </p:extLst>
          </p:nvPr>
        </p:nvGraphicFramePr>
        <p:xfrm>
          <a:off x="2552700" y="764545"/>
          <a:ext cx="7937500" cy="5804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8750">
                  <a:extLst>
                    <a:ext uri="{9D8B030D-6E8A-4147-A177-3AD203B41FA5}">
                      <a16:colId xmlns:a16="http://schemas.microsoft.com/office/drawing/2014/main" val="386964018"/>
                    </a:ext>
                  </a:extLst>
                </a:gridCol>
                <a:gridCol w="3968750">
                  <a:extLst>
                    <a:ext uri="{9D8B030D-6E8A-4147-A177-3AD203B41FA5}">
                      <a16:colId xmlns:a16="http://schemas.microsoft.com/office/drawing/2014/main" val="4026008597"/>
                    </a:ext>
                  </a:extLst>
                </a:gridCol>
              </a:tblGrid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043869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231292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RAG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204925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107065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FAISS / ChromaDB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146433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LLM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OpenAI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025775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Scikit-learn, 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68590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536683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NumPy, Apache 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675288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025413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Streamlit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345742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 / Azure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043058"/>
                  </a:ext>
                </a:extLst>
              </a:tr>
              <a:tr h="684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 → Azure Container Registry → Azure Kubernetes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413167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Monitor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547090"/>
                  </a:ext>
                </a:extLst>
              </a:tr>
              <a:tr h="27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Azure Blob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8100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5155770-639E-900F-1E82-BFAAC9EDE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69436"/>
            <a:ext cx="1820333" cy="317775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</p:spTree>
    <p:extLst>
      <p:ext uri="{BB962C8B-B14F-4D97-AF65-F5344CB8AC3E}">
        <p14:creationId xmlns:p14="http://schemas.microsoft.com/office/powerpoint/2010/main" val="412021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66165"/>
              </p:ext>
            </p:extLst>
          </p:nvPr>
        </p:nvGraphicFramePr>
        <p:xfrm>
          <a:off x="1743092" y="1520192"/>
          <a:ext cx="8628575" cy="420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Tasks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1. Setup &amp; Data Foundations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Provision Azure resources; build synthetic policy + claims generator; ingest real IRDAI circulars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2. RAG Knowledge Base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Chunk/embed policies + circulars; build hybrid (dense+keyword) retrieval; citation resolution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3. Fraud/Risk ML Model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Feature engineering; train LogReg/RF/GBM/XGBoost; MLflow tracking; register best model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4. Adjudication Generation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Prompt design for explainable recommendation + clause citation; hallucination guardrails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5. Dashboard &amp; API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FastAPI endpoints; Streamlit adjuster dashboard; analytics views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6. MLOps &amp; Deployment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Dockerize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; CI/CD pipeline; AKS deployment; drift monitoring + auto-retrain trigger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40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7. Validation &amp; Handover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End-to-end testing on synthetic claims; documentation; demo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1800" b="1" dirty="0">
              <a:solidFill>
                <a:srgbClr val="5583D1"/>
              </a:solidFill>
              <a:latin typeface="+mn-lt"/>
            </a:endParaRP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Provision the Azure resource group, Azure OpenAI, ACR, AKS, PostgreSQL Flexible Server and Blob Storage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policy-document generator (200–500 documents across motor, health, fire, marine, property)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claims generator (10,000–50,000 records) with calibrated distributions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Ingest real, current IRDAI master circulars and annual-report statistics as-is into the knowledge 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1: Setup &amp; Data Foundations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Chunk policy clauses and regulatory circulars; embed with Sentence Transformers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Stand up FAISS/ChromaDB vector store keyed to clause_id for precise citation resolution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hybrid retrieval combining dense similarity search with keyword (BM25-style) search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retrieval quality against a held-out set of known clause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2: RAG Knowledge 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734" y="6485467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Engineer features: claim amount vs. sum insured, tenure, days-since-policy-start, prior claim count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Train and compare Logistic Regression, Random Forest, Gradient Boosting and XGBoost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Calibrate against reference datasets (Kaggle auto-claims, IEEE-CIS) for realistic class imbalance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Track every experiment in MLflow and register the best model to the model registry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3: Fraud/Risk ML Model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prompts that force the LLM to cite only retrieved clause IDs (no free-invented citations)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Combine the fraud/risk score with retrieved clauses to produce Approve / Investigate / Deny output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guardrails and an LLM-as-judge consistency check against hallucinated clause references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Log every generated recommendation with its reasoning text and cited_clause_ids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4: Adjudication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FastAPI endpoints for claim intake, scoring, retrieval and adjudication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Streamlit adjuster dashboard: claim queue, recommendation view, override capture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analytics views: claim-trend charts, fraud-risk distribution, clause-citation frequency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dashboard to PostgreSQL/Azure SQL for live claim and decision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5: Dashboard &amp; API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Containerize the API, worker and dashboard services with Docker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Set up CI/CD via GitHub Actions/Azure DevOps: build → test → push to ACR → deploy to AKS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Configure Azure Monitor/Application Insights for logs, traces and model-serving latency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drift monitoring on incoming claim features with an auto-retrain trigger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6: MLOps &amp; Deployment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Run end-to-end testing on a held-out batch of synthetic claims across all product lines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adjudication accuracy, clause-citation precision, and fraud-classifier metrics (AUC, F1)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Prepare documentation: data dictionary, API reference, model card, deployment runbook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Deliver a live demo of the adjuster dashboard end-to-end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7: Validation &amp; Handover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1 | Claim Sense: RAG Claims Adjudication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Large EPC construction sites generate thousands of free-text safety observations, near-misses, NCRs and DPRs across contractors; engineers manually cross-reference IS codes, BOCW norms and past logs, taking hours per incident with inconsistent root-cause tracking.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Site Guard AI is a LangGraph multi-agent system — Intake → Retrieval → Root-Cause → Corrective Action → Escalation — that turns a free-text report into a structured incident, a code-grounded root-cause analysis, a CAPA with an owner and due date, and an automatic escalation for critical/repeat violations.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Outcome: root-cause turnaround drops from hours to minutes, repeat violations are caught automatically, and every recommendation is traceable to a real IS-code/BOCW clause.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As a product, Site Guard AI ships as an incident-queue dashboard with an agent-reasoning trace and CAPA tracker — deployable fully local (Docker Compose + Ollama) for cost-free pilots, or on Azure (ACI/AKS) for scaled EPC deployments.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Structure free-text safety/quality reports into a consistent schema (site, contractor, severity, trade) via the Intake Agent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Build a RAG knowledge base over IS codes, the BOCW Act/Rules and site SOPs for the Retrieval Agent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Perform chain-of-thought root-cause analysis against a construction-specific FMEA/5-Why library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Draft corrective/preventive actions (CAPA) with a responsible party and due date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Auto-escalate Critical-severity or repeat-violation incidents to the safety officer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Orchestrate all five agents as a LangGraph state machine with human-in-the-loop review points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Support both a fully local (Ollama + Llama 3.1 8B) and a cloud (Azure OpenAI) deployment path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80440"/>
              </p:ext>
            </p:extLst>
          </p:nvPr>
        </p:nvGraphicFramePr>
        <p:xfrm>
          <a:off x="734061" y="1436521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In-Scope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Out-of-Scope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Data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Synthetic DPR/NCR/observation generator (5,000–15,000 records) calibrated to OSHA SIR &amp; DGFASLI statistics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Real, site-identifying incident records (contractual/PII-sensitive)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Knowledge base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RAG over real IS codes, BOCW Act/Rules, OSHA 29 CFR 1926, and synthetic SOPs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Non-construction regulatory domains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Agents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Intake, Retrieval, Root-Cause, Corrective Action and Escalation agents in LangGraph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Autonomous CAPA closure without human sign-off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Root-cause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FMEA/5-Why chain grounded in a curated failure-mode library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Physical/forensic accident reconstruction (e.g., structural failure simulation)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Interface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Incident queue, agent-reasoning-trace view, CAPA tracker (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Streamlit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/React)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Worker-facing mobile reporting app (future phase)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Deployment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Docker Compose (fully local) or Azure ACI/AKS (cloud)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Multi-cloud or on-premise bare-metal Kubernetes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3437"/>
              </p:ext>
            </p:extLst>
          </p:nvPr>
        </p:nvGraphicFramePr>
        <p:xfrm>
          <a:off x="569626" y="1431939"/>
          <a:ext cx="10942820" cy="3994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687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Insight Used in Site Guard AI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68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LangChain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 AI, 2024/2026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LangGraph: building structured multi-agent LLM applications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Core orchestration framework adopted for the Intake→Escalation agent graph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68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Baek, Park &amp; Jung, 2025 (Automation in Construction)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RAG-enhanced automated safety-risk-management guidance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Precedent for grounding safety recommendations in retrieved code text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68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Bernardi, </a:t>
                      </a:r>
                      <a:r>
                        <a:rPr sz="1400" dirty="0" err="1">
                          <a:solidFill>
                            <a:srgbClr val="242424"/>
                          </a:solidFill>
                        </a:rPr>
                        <a:t>Cimitile</a:t>
                      </a:r>
                      <a:r>
                        <a:rPr sz="1400" dirty="0">
                          <a:solidFill>
                            <a:srgbClr val="242424"/>
                          </a:solidFill>
                        </a:rPr>
                        <a:t> &amp; Pecori, 2024 (IJCNN)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Automatic job-safety report generation using RAG-based LLMs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Validates RAG for generating structured safety documentation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68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ASCE J. Mgmt. in Engg., 2025/26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LLM-based multi-agent system for construction job-safety analysis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Closest published precedent for a multi-agent safety-analysis pipeline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68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Chen et al., 2025 (Adv. Eng. Informatics)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Meet2Mitigate: LLM framework for real-time issue ID from site meetings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Informs the Intake Agent's free-text-to-structured-issue extraction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 (contd.)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060927"/>
              </p:ext>
            </p:extLst>
          </p:nvPr>
        </p:nvGraphicFramePr>
        <p:xfrm>
          <a:off x="584616" y="1431557"/>
          <a:ext cx="11002781" cy="3770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5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337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Insight Used in Site Guard AI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3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Ahmadi, Muley &amp; Wang, 2025 (J. Intelligent Constr.)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LLMs (GPT-4, Gemini, Llama 3.1) for construction accident-report analysis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Llama 3.1 8B chosen partly on this paper's reported accuracy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3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Wang et al., 2026 (ECAM)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Parameter-efficient fine-tuned LLMs + ensembles for accident-report classification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Considered for fine-tuning the local Llama 3.1 8B Intake Agent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3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Zhang, 2022 (Int. J. Constr. Mgmt.)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Hybrid deep neural network + Word2Vec for accident-cause classification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Baseline for structured cause-taxonomy design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3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ScienceDirect, 2020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Deep learning + network analysis for classifying accident narratives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Informs the FMEA/5-Why failure-mode taxonomy structure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3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ScienceDirect (graph-based DL)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Graph-based deep learning for accident injury-type/body-part extraction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Considered for future enrichment of the incident schema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Published work confirms LLM-based agents reliably extract structured fields (trade, severity, cause) from free-text safety narratives, and that grounding generation in retrieved code/standard text (RAG) is now the standard approach for auditable safety recommendations.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Multi-agent orchestration (LangGraph and similar frameworks) is an active 2024–2026 research area but published multi-agent systems specific to construction safety root-cause-to-CAPA workflows remain scarce — most work stops at single-agent classification or report generation.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This gap is exactly where Site Guard AI contributes chaining Intake → Retrieval → Root-Cause → Corrective Action → Escalation into one auditable LangGraph pipeline with a reasoning trace.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  <p:pic>
        <p:nvPicPr>
          <p:cNvPr id="8" name="Picture 7" descr="arch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74" y="1234637"/>
            <a:ext cx="10624338" cy="52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BOCW Central Rules Chapter XIII and BIS codes such as IS 3696 (scaffolds) give Site Guard AI real, citable clause numbers — the Root-Cause Agent is designed to never fabricate a clause number, only cite verified ones.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agent_reasoning_trace table means every escalation or CAPA can be replayed step-by-step for a safety audit — a feature most commercial EHS software doesn't expose.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Because Ollama + Llama 3.1 8B runs fully offline, Site Guard AI can be piloted on a site with no reliable internet connectivity, then switched to Azure OpenAI once the contractor scales to multiple sites.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Repeat-violation detection (same contractor/trade/site recurring) turns Site Guard AI from a passive logger into a proactive enforcement tool — a capability regulators like DGFASLI have flagged as missing in most site EHS systems.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E1451-6BA0-253E-611B-20DC0F9F9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055" y="669294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Technology Stack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654C42-E72E-2B14-CFEC-2853B9518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72602"/>
              </p:ext>
            </p:extLst>
          </p:nvPr>
        </p:nvGraphicFramePr>
        <p:xfrm>
          <a:off x="1807147" y="1113859"/>
          <a:ext cx="8128000" cy="523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968546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35129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46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63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Ollama + Llama 3.1 8B (local) / Azure OpenAI (cloud option)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61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ChromaDB</a:t>
                      </a:r>
                      <a:r>
                        <a:rPr lang="en-IN" dirty="0"/>
                        <a:t> / </a:t>
                      </a:r>
                      <a:r>
                        <a:rPr lang="en-IN" dirty="0" err="1"/>
                        <a:t>Qdrant</a:t>
                      </a:r>
                      <a:r>
                        <a:rPr lang="en-IN" dirty="0"/>
                        <a:t> + Sentence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21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 + Pydantic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0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 or React dashboard (incident queue, agent reasoning trace, CAPA tracker)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071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 (incidents, CAPA, audit trail)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706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 Compose → Azure Container Instances / AKS, or fully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98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Synthetic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 synthetic DPRs, safety observations, NCRs (5,000–15,000 records) simulating multiple trades/sites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01474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C701AC-09F8-8D67-B3DF-8DA42DFFAEF9}"/>
              </a:ext>
            </a:extLst>
          </p:cNvPr>
          <p:cNvCxnSpPr>
            <a:cxnSpLocks/>
          </p:cNvCxnSpPr>
          <p:nvPr/>
        </p:nvCxnSpPr>
        <p:spPr>
          <a:xfrm>
            <a:off x="300967" y="1110989"/>
            <a:ext cx="5230403" cy="287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26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43869"/>
              </p:ext>
            </p:extLst>
          </p:nvPr>
        </p:nvGraphicFramePr>
        <p:xfrm>
          <a:off x="1525266" y="1423640"/>
          <a:ext cx="9137254" cy="4841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7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9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501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Tasks</a:t>
                      </a:r>
                    </a:p>
                  </a:txBody>
                  <a:tcPr marL="60000" marR="40000" marT="30000" marB="300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1. Setup &amp; Data Foundations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Provision Docker Compose/Azure; build synthetic DPR/NCR generator; ingest real IS codes + BOCW Act/Rules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2. Knowledge Base (Retrieval Agent)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Chunk/embed IS codes, BOCW clauses, SOPs, past-incident corpus; hybrid retrieval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3. Intake Agent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Free-text → structured schema via prompt design + validation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4. Root-Cause Agent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Curate FMEA/5-Why library; chain-of-thought prompt grounded in retrieved clauses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5. Corrective Action &amp; Escalation Agents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CAPA drafting with owner/due-date; critical/repeat-violation escalation rules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6. LangGraph Orchestration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Wire agents into a graph with state passing, retries, human-in-the-loop review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7. Dashboard &amp; API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FastAPI endpoints; incident queue, reasoning-trace, CAPA tracker UI</a:t>
                      </a:r>
                    </a:p>
                  </a:txBody>
                  <a:tcPr marL="60000" marR="4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79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42424"/>
                          </a:solidFill>
                        </a:rPr>
                        <a:t>8. Deployment &amp; Validation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242424"/>
                          </a:solidFill>
                        </a:rPr>
                        <a:t>Docker Compose local path; optional ACI/AKS cloud path; end-to-end testing</a:t>
                      </a:r>
                    </a:p>
                  </a:txBody>
                  <a:tcPr marL="60000" marR="40000" marT="25000" marB="25000"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Provision Docker Compose services (or Azure ACI) for the API, database and agent workers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DPR/NCR/observation generator (5,000–15,000 records) across multiple trades/sites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Calibrate synthetic data against OSHA Severe Injury Report and DGFASLI safety statistics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Ingest real, current IS codes and BOCW Act/Rules text into the knowledge base as-is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1: Setup &amp; Data Foundations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Chunk and embed IS codes, BOCW clauses, site SOPs and the past-incident corpus with Sentence Transformers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Stand up ChromaDB/Qdrant vector store keyed to clause_id for precise citation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hybrid retrieval combining semantic similarity with keyword search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retrieval against a held-out set of known code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2: Knowledge Base (Retrieval Agent)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prompts that convert free-text observations/NCRs/DPRs into a structured schema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Extract site, contractor, severity and trade fields with validation rules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Handle ambiguous or incomplete reports with a clarification/fallback path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Benchmark extraction accuracy against a manually labelled synthetic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3: Intake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Curate a construction-specific FMEA/5-Why failure-mode library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chain-of-thought prompts that ground root-cause reasoning in retrieved clauses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Ensure every root-cause explanation cites a verified IS-code/BOCW reference, never a fabricated one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root-cause quality against past-incident precedents in the corpus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4: Root-Cause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Draft CAPA (corrective/preventive action) text with a responsible party and due date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escalation rules for Critical-severity incidents and repeat-violation patterns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Route escalations to the safety officer with full context and reasoning trace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Log every CAPA and escalation to the audit trail for compliance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5: Corrective Action &amp; Escalation Agents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five agents into a LangGraph state graph with typed state passing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retry logic and human-in-the-loop checkpoints before CAPA/escalation commit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graph-level logging so every run can be replayed step-by-step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Test end-to-end graph execution on synthetic incident batches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6: LangGraph Orchestration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FastAPI + Pydantic endpoints for incident intake, retrieval and agent orchestration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incident-queue dashboard with an agent-reasoning-trace view (Streamlit/React)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CAPA tracker with owner, due-date and status views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dashboard to PostgreSQL for incidents, CAPA and the audit trail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7: Dashboard &amp; API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Package all services with Docker Compose for the fully local run path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Configure the optional Azure ACI/AKS cloud deployment path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Run end-to-end testing across synthetic incidents spanning multiple trades/sites</a:t>
            </a:r>
          </a:p>
          <a:p>
            <a:pPr marL="228600" indent="-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Prepare documentation: schema reference, agent-prompt library, deployment runbook,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8: Deployment &amp; Validation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Project 2 | Site Guard AI: Multi-Agent Safety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1915</Words>
  <Application>Microsoft Office PowerPoint</Application>
  <PresentationFormat>Widescreen</PresentationFormat>
  <Paragraphs>227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 K Sricharan</cp:lastModifiedBy>
  <cp:revision>28</cp:revision>
  <dcterms:created xsi:type="dcterms:W3CDTF">2024-05-13T10:33:11Z</dcterms:created>
  <dcterms:modified xsi:type="dcterms:W3CDTF">2026-10-05T19:14:04Z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